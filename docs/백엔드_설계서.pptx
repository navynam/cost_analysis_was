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견적 원가 분석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C8C8"/>
                </a:solidFill>
              </a:defRPr>
            </a:pPr>
            <a:r>
              <a:t>백엔드 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</a:defRPr>
            </a:pPr>
            <a:r>
              <a:t>Spring Boot 3.2  |  PostgreSQL 16  |  Redis 7  |  Nginx 1.25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</a:defRPr>
            </a:pPr>
            <a:r>
              <a:t>현대모비스  |  원가관리팀  |  v2.0  |  2026.04.08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목차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1.  시스템 아키텍처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2.  기술 스택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3.  패키지 구조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4.  API 엔드포인트 — 인증 / 사용자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5.  API 엔드포인트 — 견적서 파싱 / 검증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6.  API 엔드포인트 — 분석 / 비교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7.  API 엔드포인트 — 모델관리 / 변경요청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8.  API 엔드포인트 — 인사이트 / 알림 / 대시보드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9.  데이터베이스 ERD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10. 주요 테이블 명세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11. 인증/보안 설계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12. 프론트엔드 ↔ 백엔드 매핑</a:t>
            </a:r>
          </a:p>
          <a:p>
            <a:pPr>
              <a:spcAft>
                <a:spcPts val="300"/>
              </a:spcAft>
              <a:defRPr sz="1600">
                <a:solidFill>
                  <a:srgbClr val="0A1628"/>
                </a:solidFill>
              </a:defRPr>
            </a:pPr>
            <a:r>
              <a:t>13. 배포 구성 (Docker Compose + Nginx)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1. 시스템 아키텍처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18872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4FF"/>
                </a:solidFill>
              </a:defRPr>
            </a:pPr>
            <a:r>
              <a:t>Browser</a:t>
            </a:r>
            <a:br/>
            <a:r>
              <a:t>(React)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37744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423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t>Nginx :80</a:t>
            </a:r>
            <a:br/>
            <a:r>
              <a:t>정적파일 + 리버스 프록시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65760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7033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0012"/>
                </a:solidFill>
              </a:defRPr>
            </a:pPr>
            <a:r>
              <a:t>Spring Boot :8080</a:t>
            </a:r>
            <a:br/>
            <a:r>
              <a:t>REST API (WAS)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2286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6791"/>
                </a:solidFill>
              </a:defRPr>
            </a:pPr>
            <a:r>
              <a:t>PostgreSQL</a:t>
            </a:r>
            <a:br/>
            <a:r>
              <a:t>:5432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502920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5074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545"/>
                </a:solidFill>
              </a:defRPr>
            </a:pPr>
            <a:r>
              <a:t>Redis</a:t>
            </a:r>
            <a:br/>
            <a:r>
              <a:t>:6379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029200"/>
            <a:ext cx="18288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074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t>MinIO</a:t>
            </a:r>
            <a:br/>
            <a:r>
              <a:t>:9000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5029200"/>
            <a:ext cx="2286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5074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1FA2"/>
                </a:solidFill>
              </a:defRPr>
            </a:pPr>
            <a:r>
              <a:t>Claude API</a:t>
            </a:r>
            <a:br/>
            <a:r>
              <a:t>(AI)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6464"/>
                </a:solidFill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2. 기술 스택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371600"/>
                <a:gridCol w="5943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WAS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Spring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3.2.4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REST API 서버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언어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17 (LTS)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백엔드 개발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Spring Data JPA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데이터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주 데이터 저장소 (JSONB 지원)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JWT 블랙리스트, 세션 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파일저장소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Excel/PDF 원본 파일 (S3 호환)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웹서버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Nginx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리버스 프록시, 정적 파일, gzip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인증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JWT (jjwt)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0.12.5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Access/Refresh Token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SpringDoc OpenAPI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2.4.0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Swagger UI 자동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Apache POI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5.2.5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Excel 파싱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Claude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claude-opus-4-6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인사이트 채팅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컨테이너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3.9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로컬/운영 배포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3. 패키지 구조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com.costanalysis.*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domain/ (비즈니스 도메인)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auth/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 + dto + service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user/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 + dto + entity + repository + service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quotation/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controller(3) + dto(5) + entity(3) + repo(3) + service(5)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verification/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 + dto(2) + entity + repo + service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analysis/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 + dto + service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comparison/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 + dto(2) + entity + repo + service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model/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controller(2) + dto(5) + entity(2) + repo(2) + service(2)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insight/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 + dto(4) + entity(2) + repo(2) + service(2)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notification/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 + dto + entity(2) + repo(2) + service</a:t>
            </a: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dashboard/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controller + dto +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global/ (공통 인프라)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config/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SecurityConfig.java — Spring Security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CorsConfig.java — CORS 설정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OpenApiConfig.java — Swagger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WebClientConfig.java — Claude API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MinioConfig.java — 파일 스토리지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security/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JwtTokenProvider.java — 토큰 생성/검증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JwtAuthenticationFilter.java — 요청 인증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exception/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ErrorCode.java — 에러 코드 enum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BusinessException.java — 비즈니스 예외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GlobalExceptionHandler.java — @RestControllerAdvice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response/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ApiResponse.java — 공통 응답 { success, data, error }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100">
                <a:solidFill>
                  <a:srgbClr val="0A1628"/>
                </a:solidFill>
              </a:defRPr>
            </a:pPr>
            <a:r>
              <a:t>storage/</a:t>
            </a:r>
          </a:p>
          <a:p>
            <a:pPr>
              <a:spcAft>
                <a:spcPts val="300"/>
              </a:spcAft>
              <a:defRPr sz="1000">
                <a:solidFill>
                  <a:srgbClr val="191F28"/>
                </a:solidFill>
              </a:defRPr>
            </a:pPr>
            <a:r>
              <a:t>  FileStorageService.java — MinIO 업/다운로드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4. API 엔드포인트 — 인증 / 사용자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Auth &amp; User APIs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2743200"/>
                <a:gridCol w="1371600"/>
                <a:gridCol w="3383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인증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권한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/api/v1/auth/login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로그인 (JWT 발급)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/api/v1/auth/refresh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토큰 갱신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Refresh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/api/v1/auth/logout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로그아웃 (블랙리스트)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/api/v1/users/me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내 프로필 조회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/api/v1/users/me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프로필 수정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/api/v1/users/me/password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비밀번호 변경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전체 사용자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/api/v1/users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사용자 생성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5. API 엔드포인트 — 견적서 파싱 / 검증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Quotation &amp; Verification APIs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61264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견적서 목록 (필터/검색/정렬/페이징)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/api/v1/quotations/{id}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견적서 상세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파일 업로드 (multipart, 최대 50MB)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/api/v1/quotations/{id}/parse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파싱 실행 (비동기)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견적서 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/api/v1/quotations/{id}/parsed-items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파싱 항목 목록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/api/v1/quotations/{id}/status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상태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/api/v1/quotations/notes?fileId={id}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파일별 노트 목록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/api/v1/quotations/notes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노트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3891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61264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/api/v1/verifications/{quotationId}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검증 결과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/api/v1/verifications/{quotationId}/auto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자동 검증 실행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/api/v1/verifications/{id}/decide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수동 검증 (승인/수정)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/api/v1/verifications/{quotationId}/complete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검증 완료 처리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6. API 엔드포인트 — 분석 / 비교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Analysis &amp; Comparison APIs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61264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/api/v1/analysis/{quotationId}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분석 결과 조회 (3그룹 + 이상치)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/api/v1/analysis/{quotationId}/run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분석 실행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/api/v1/analysis/{quotationId}/golden-set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골든셋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/api/v1/analysis/{quotationId}/export/excel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Excel 다운로드 (.xls)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2004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61264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/api/v1/comparisons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비교 세션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/api/v1/comparisons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비교 세션 생성 (아이템 + 견적서 2~4개)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/api/v1/comparisons/{id}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비교 결과 조회 (나란히 비교)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/api/v1/comparisons/{id}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비교 세션 삭제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7. API 엔드포인트 — 모델관리 / 변경 요청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Cost Model &amp; Change Request APIs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310896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/formulas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수식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/formulas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수식 추가 (ADMIN)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/formulas/{id}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수식 수정 (ADMIN)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/formulas/{id}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수식 삭제 (ADMIN)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</a:defRPr>
            </a:pPr>
            <a:r>
              <a:t>Base: /api/v1/models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3035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29260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/change-requests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전체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.../formula/{id}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수식별 목록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/change-requests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변경 요청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.../{id}/approve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승인 (부서 선택, ADMIN)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.../{id}/reject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반려 (ADMIN)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.../{id}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취소 (본인 PENDING)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</a:defRPr>
            </a:pPr>
            <a:r>
              <a:t>Base: /api/v1/models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109728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변경 요청 워크플로우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1. 일반 사용자 → POST /change-requests (수정 내용 + 사유) → status: PENDING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2. 관리자 → GET /change-requests (목록 조회, status 필터링)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3-A. 승인 → PUT /{id}/approve { comment, departments: ['견적1팀','견적2팀'] } → 수식에 자동 반영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3-B. 반려 → PUT /{id}/reject { comment: '반려 사유' }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4. 취소 → DELETE /{id} (본인 PENDING 상태만 가능)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8. API 엔드포인트 — 인사이트 / 알림 / 대시보드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Insight &amp; Notification &amp; Dashboard APIs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53035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286000"/>
                <a:gridCol w="24688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채팅 세션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/sessions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새 세션 생성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/sessions/{id}/messages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메시지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/sessions/{id}/chat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메시지 전송 (AI 응답)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/sessions/{id}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세션 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</a:defRPr>
            </a:pPr>
            <a:r>
              <a:t>인사이트: /api/v1/insights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188720"/>
          <a:ext cx="53035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알림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/read-all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모두 읽음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작업 이력 (타입 필터)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005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</a:defRPr>
            </a:pPr>
            <a:r>
              <a:t>알림: /api/v1/notifications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114800"/>
          <a:ext cx="109728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70408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/api/v1/dashboard/stats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요약 통계 (총 견적서, 검증완료율, 이상치, 평균원가)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/api/v1/dashboard/work-items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내 작업 현황 (6개 상태별 카운트)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/api/v1/dashboard/action-alerts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업무 알림 (긴급/주의/정보)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9. 데이터베이스 ERD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Entity Relationship Diagram — PostgreSQL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875"/>
                </a:solidFill>
              </a:defRPr>
            </a:pPr>
            <a:r>
              <a:t>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88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quotations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188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parsed_items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188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verification_results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18872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parsing_notes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B1FA2"/>
                </a:solidFill>
              </a:defRPr>
            </a:pPr>
            <a:r>
              <a:t>cost_formulas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2004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B1FA2"/>
                </a:solidFill>
              </a:defRPr>
            </a:pPr>
            <a:r>
              <a:t>change_requests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32004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4FF"/>
                </a:solidFill>
              </a:defRPr>
            </a:pPr>
            <a:r>
              <a:t>insight_sessions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20040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4FF"/>
                </a:solidFill>
              </a:defRPr>
            </a:pPr>
            <a:r>
              <a:t>insight_messages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C3545"/>
                </a:solidFill>
              </a:defRPr>
            </a:pPr>
            <a:r>
              <a:t>notifications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75488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C3545"/>
                </a:solidFill>
              </a:defRPr>
            </a:pPr>
            <a:r>
              <a:t>activity_logs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4754880"/>
            <a:ext cx="20116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59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27B0"/>
                </a:solidFill>
              </a:defRPr>
            </a:pPr>
            <a:r>
              <a:t>comparison_sessions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10. 주요 테이블 명세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Table Specifications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5029200"/>
                <a:gridCol w="29260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테이블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주요 컬럼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예상 규모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employee_id, name, dept, role(ADMIN/USER)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quotations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견적서 메타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file_name, status(6단계), progress, parsed_items, anomaly_count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~10,000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parsed_items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파싱된 원가 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category, name, amount, confidence, status, cell_ref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verification_results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검증 결과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original_value, parsed_value, corrected_value, status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~500,000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cost_formulas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원가 수식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name, expression, badge, departments(JSONB)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change_requests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변경 요청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formula_id, status, original/modified(JSONB), approved_depts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~500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parsing_notes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파싱 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file_id, user_id, type,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insight_sessions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AI 채팅 세션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user_id, title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~1,000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insight_messages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채팅 메시지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session_id, role(USER/AI),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알림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user_id, title, type, read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~50,000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activity_logs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작업 이력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user_id, action, target_type, target_id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~100,000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11. 인증/보안 설계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JWT Authentication &amp; RBAC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JWT 인증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1. 로그인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POST /api/v1/auth/login { employeeId, password }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Access Token (1시간) + Refresh Token (7일)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2. API 요청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Authorization: Bearer {accessToken}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JwtAuthenticationFilter 검증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SecurityContext 사용자 설정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3. 토큰 갱신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POST /api/v1/auth/refresh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Refresh Token 검증 → 새 Access Token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4. 로그아웃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POST /api/v1/auth/logout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Redis 블랙리스트 등록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E60012"/>
                </a:solidFill>
              </a:defRPr>
            </a:pPr>
            <a:r>
              <a:t>5. 계정 잠금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5회 연속 실패 → Redis 카운트 → 자동 잠금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역할 기반 접근 제어 (RBAC)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82880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파일 업로드/파싱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데이터 검증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원가 분석/비교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Excel 다운로드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수식 직접 편집/삭제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변경 요청 승인/반려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부서 적용 범위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수정/추가 요청 제출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본인 요청 취소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12. 프론트엔드 ↔ 백엔드 매핑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Frontend-Backend Integration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2286000"/>
                <a:gridCol w="2286000"/>
                <a:gridCol w="38404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프론트 페이지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경로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백엔드 Controller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API Base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로그인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AuthController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JWT 발급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대시보드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/dashboard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DashboardController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/api/v1/dashboard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집계 통계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견적서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/parsing_card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QuotationController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/api/v1/quotations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업로드+파싱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데이터 검증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/verification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VerificationController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/api/v1/verifications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원본 대조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원가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AnalysisController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4탭 뷰+골든셋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견적서 비교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/comparison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ComparisonController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/api/v1/comparisons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3단계 비교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모델관리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CostModel+ChangeRequest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수식+변경요청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인사이트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/insight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InsightController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/api/v1/insights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AI 채팅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이력/알림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NotificationController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이력+알림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설정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/settings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UserController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/api/v1/users/me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프로필/비밀번호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003875"/>
                </a:solidFill>
              </a:defRPr>
            </a:pPr>
            <a:r>
              <a:t>localStorage → DB 전환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cost-analysis-formulas → cost_formulas | cost-analysis-change-requests → change_requests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cost-analysis-current-user → users (JWT) | parsing-notes → parsing_notes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guide-dismissed-{path} → 프론트 유지 (개인 UI 설정, DB 불필요)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백엔드 설계서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13. 배포 구성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Docker Compose + Nginx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1097280"/>
                <a:gridCol w="3200400"/>
                <a:gridCol w="329184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서비스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이미지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포트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볼륨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nginx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nginx:1.25-alpine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nginx.conf + React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웹서버 + 리버스 프록시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Dockerfile (Java 17)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8080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Spring Boot WAS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postgres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postgres:16-alpine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5432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postgres_data + schema.sql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메인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redis:7-alpine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6379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redis_data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캐시 + JWT 블랙리스트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minio/minio:latest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9000/9001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minio_data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1F28"/>
                          </a:solidFill>
                        </a:defRPr>
                      </a:pPr>
                      <a:r>
                        <a:t>파일 스토리지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84048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실행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$ cd cost-analysis-was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$ cp .env.example .env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$ vim .env  # 비밀번호 설정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$ cd ../cost-analysis-src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$ npm run build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$ cd ../cost-analysis-was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$ docker-compose up -d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875"/>
                </a:solidFill>
              </a:defRPr>
            </a:pPr>
            <a:r>
              <a:t>접속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프론트엔드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http://localhost</a:t>
            </a: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API 직접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http://localhost:8080</a:t>
            </a: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Swagger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http://localhost:8080/swagger-ui/index.html</a:t>
            </a: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MinIO Console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http://localhost:9001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</a:defRPr>
            </a:pPr>
            <a:r>
              <a:t>견적 원가 분석 시스템 — 백엔드 설계서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